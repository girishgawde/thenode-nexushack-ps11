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19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NexusHack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F8"/>
                </a:solidFill>
              </a:rPr>
              <a:t>Hackathon Management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3154680"/>
            <a:ext cx="109728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337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F8"/>
                </a:solidFill>
              </a:rPr>
              <a:t>One platform.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F8"/>
                </a:solidFill>
              </a:rPr>
              <a:t>Every hackathon.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F8"/>
                </a:solidFill>
              </a:rPr>
              <a:t>End to 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Built for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Participants · Organisers · Judges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1930791"/>
            <a:ext cx="192024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2067951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4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715000" y="2708031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383280"/>
            <a:ext cx="192024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4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Build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383280"/>
            <a:ext cx="192024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4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7512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Powered Judging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Hackathons today rely on a broken stack of disconnected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📋  Google Forms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Registration data is scattered with no team management or de-duplication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37160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481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💬  WhatsApp Groups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82312" y="19019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Announcements get lost, no targeted messaging for specific groups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📊  Spreadsheets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Manual scoring with calculation errors and no fair normalization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310896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📄  Paper Rubrics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82312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Inconsistent judging criteria, no audit trail, impossible to analyze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One unified intelligent platform — replacing every broken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48111" y="2363724"/>
            <a:ext cx="2743200" cy="1554480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48111" y="254660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NexusHack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48111" y="31866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0F8"/>
                </a:solidFill>
              </a:rPr>
              <a:t>Full-Stack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43532" y="1431036"/>
            <a:ext cx="2103120" cy="566928"/>
          </a:xfrm>
          <a:prstGeom prst="rect">
            <a:avLst/>
          </a:prstGeom>
          <a:solidFill>
            <a:srgbClr val="E8EBFA"/>
          </a:solidFill>
          <a:ln w="12700">
            <a:solidFill>
              <a:srgbClr val="3B4FB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3532" y="14310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4FBF"/>
                </a:solidFill>
              </a:rPr>
              <a:t>Auth &amp; Profiles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2103120" cy="566928"/>
          </a:xfrm>
          <a:prstGeom prst="rect">
            <a:avLst/>
          </a:prstGeom>
          <a:solidFill>
            <a:srgbClr val="E8EBFA"/>
          </a:solidFill>
          <a:ln w="12700">
            <a:solidFill>
              <a:srgbClr val="3B4FB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4FBF"/>
                </a:solidFill>
              </a:rPr>
              <a:t>AI Team Matching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79102" y="2642616"/>
            <a:ext cx="2103120" cy="566928"/>
          </a:xfrm>
          <a:prstGeom prst="rect">
            <a:avLst/>
          </a:prstGeom>
          <a:solidFill>
            <a:srgbClr val="E8EBFA"/>
          </a:solidFill>
          <a:ln w="12700">
            <a:solidFill>
              <a:srgbClr val="3B4FB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9102" y="264261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4FBF"/>
                </a:solidFill>
              </a:rPr>
              <a:t>Live Leaderboard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43532" y="4197096"/>
            <a:ext cx="2103120" cy="566928"/>
          </a:xfrm>
          <a:prstGeom prst="rect">
            <a:avLst/>
          </a:prstGeom>
          <a:solidFill>
            <a:srgbClr val="E8EBFA"/>
          </a:solidFill>
          <a:ln w="12700">
            <a:solidFill>
              <a:srgbClr val="3B4FB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3532" y="419709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4FBF"/>
                </a:solidFill>
              </a:rPr>
              <a:t>Telegram Bot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71323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4FBF"/>
                </a:solidFill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Next.js 14 (App Router)  ·  Tailwind CSS  ·  </a:t>
            </a:r>
            <a:r>
              <a:rPr lang="en-US" sz="1200" dirty="0" err="1">
                <a:solidFill>
                  <a:srgbClr val="6B7280"/>
                </a:solidFill>
              </a:rPr>
              <a:t>Supabase</a:t>
            </a:r>
            <a:r>
              <a:rPr lang="en-US" sz="1200" dirty="0">
                <a:solidFill>
                  <a:srgbClr val="6B7280"/>
                </a:solidFill>
              </a:rPr>
              <a:t> Realtime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54864" cy="71323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4FBF"/>
                </a:solidFill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Node.js  ·  Express.js  ·  Supabase PostgreSQL 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841248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54680"/>
            <a:ext cx="54864" cy="71323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4FBF"/>
                </a:solidFill>
              </a:rPr>
              <a:t>AI + INTEGRATIONS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Gemini Api·  Telegram Bot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54864" cy="71323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4FB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Local host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Everything you need to run a great hackathon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27432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9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</a:rPr>
              <a:t>🤖  AI Team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Claude suggests optimal teams from solo participants based on skills &amp; compatibility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1389888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389888"/>
            <a:ext cx="27432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99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</a:rPr>
              <a:t>⚡  Real-time Updates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Supabase Realtime: live announcements, chat, leaderboard, submission 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1389888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389888"/>
            <a:ext cx="27432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499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</a:rPr>
              <a:t>⚖️  Smart Judging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Numerical, label, or sentiment scoring with z-score normalization across all judges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3132875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54480" y="3132875"/>
            <a:ext cx="27432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242603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</a:rPr>
              <a:t>🔍  Plagiarism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663227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GitHub commit timestamps, fork detection &amp; AI text similarity checks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62272" y="3132875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3132875"/>
            <a:ext cx="27432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242603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A"/>
                </a:solidFill>
              </a:rPr>
              <a:t>🤖  Telegram Bot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3663227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Status, schedules, announcements, leaderboard &amp; PDF certs delivered in chat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Roles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Three distinct roles, each with tailored access and experience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743200" cy="685800"/>
          </a:xfrm>
          <a:prstGeom prst="rect">
            <a:avLst/>
          </a:prstGeom>
          <a:solidFill>
            <a:srgbClr val="E8EBFA"/>
          </a:solidFill>
          <a:ln w="12700">
            <a:solidFill>
              <a:srgbClr val="E8EB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FBF"/>
                </a:solidFill>
              </a:rPr>
              <a:t>👤  Participant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Google OAuth or Email signup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Discover &amp; join events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Create or join teams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Submission vault with health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Real-time leaderboard ranks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3716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371600"/>
            <a:ext cx="2743200" cy="685800"/>
          </a:xfrm>
          <a:prstGeom prst="rect">
            <a:avLst/>
          </a:prstGeom>
          <a:solidFill>
            <a:srgbClr val="E8EBFA"/>
          </a:solidFill>
          <a:ln w="12700">
            <a:solidFill>
              <a:srgbClr val="E8EB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417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FBF"/>
                </a:solidFill>
              </a:rPr>
              <a:t>🏢  Organiser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21488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Full event lifecycle 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6060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AI-generated rubric suggestions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30632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Invite judges via token link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3520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Live analytics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39776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Targeted announcements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44348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One-click score normalization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35624" y="13716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6135624" y="1371600"/>
            <a:ext cx="2743200" cy="685800"/>
          </a:xfrm>
          <a:prstGeom prst="rect">
            <a:avLst/>
          </a:prstGeom>
          <a:solidFill>
            <a:srgbClr val="E8EBFA"/>
          </a:solidFill>
          <a:ln w="12700">
            <a:solidFill>
              <a:srgbClr val="E8EB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417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FBF"/>
                </a:solidFill>
              </a:rPr>
              <a:t>⚖️  Judge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72784" y="21488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No account — token link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26060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3 modes: numerical / labels /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0632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3090256"/>
            <a:ext cx="2468880" cy="1262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See only assigned teams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3547456"/>
            <a:ext cx="2468880" cy="1262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AI feedback text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2592325"/>
            <a:ext cx="2468880" cy="1262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✓  </a:t>
            </a:r>
            <a:r>
              <a:rPr lang="en-US" sz="1100" dirty="0">
                <a:solidFill>
                  <a:srgbClr val="6B7280"/>
                </a:solidFill>
              </a:rPr>
              <a:t>Auto-proceeds when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Judging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Three input modes + fair normalization across all judges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25880" y="1389888"/>
            <a:ext cx="2697480" cy="1280160"/>
          </a:xfrm>
          <a:prstGeom prst="rect">
            <a:avLst/>
          </a:prstGeom>
          <a:solidFill>
            <a:srgbClr val="E8EBFA"/>
          </a:solidFill>
          <a:ln w="12700">
            <a:solidFill>
              <a:srgbClr val="3B4FB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4813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4FBF"/>
                </a:solidFill>
              </a:rPr>
              <a:t>NUMERICAL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Direct 0–10 score per rubric criterion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2697480" cy="1280160"/>
          </a:xfrm>
          <a:prstGeom prst="rect">
            <a:avLst/>
          </a:prstGeom>
          <a:solidFill>
            <a:srgbClr val="E8EBFA"/>
          </a:solidFill>
          <a:ln w="12700">
            <a:solidFill>
              <a:srgbClr val="3B4FB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4FBF"/>
                </a:solidFill>
              </a:rPr>
              <a:t>SENTIMENT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901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Free-text feedback → Claude AI extracts scores per criterion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1920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4864" cy="1920240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718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</a:rPr>
              <a:t>Z-Score Normalization Algorithm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1.  Per judge: calculate mean &amp; std dev of all their weighted totals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2.  Compute z-score for each team:  z = (score − mean) / stdDev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690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3.  Scale all z-scores to a 0–100 range across all judges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A"/>
                </a:solidFill>
              </a:rPr>
              <a:t>4.  Average each team's scores across judges → final rank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257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572768" cy="64008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4533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41732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29968" y="1417320"/>
            <a:ext cx="1572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4533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events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9896" y="141732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9896" y="1417320"/>
            <a:ext cx="1572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54533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Rubric criteria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9824" y="141732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9824" y="1417320"/>
            <a:ext cx="157276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154533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teams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9752" y="141732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9752" y="1417320"/>
            <a:ext cx="157276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1192" y="154533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68880"/>
            <a:ext cx="157276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9689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Team messages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29968" y="246888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2468880"/>
            <a:ext cx="1572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259689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Event registrations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39896" y="246888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9896" y="2468880"/>
            <a:ext cx="157276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1336" y="259689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submissions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9824" y="246888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9824" y="2468880"/>
            <a:ext cx="1572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259689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judges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59752" y="246888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9752" y="2468880"/>
            <a:ext cx="1572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51192" y="259689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Judge scores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29968" y="356616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29968" y="3566160"/>
            <a:ext cx="1572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1408" y="369417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scores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39896" y="356616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39896" y="3566160"/>
            <a:ext cx="157276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369417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announcements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49824" y="3566160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49824" y="3566160"/>
            <a:ext cx="1572768" cy="640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41264" y="3694176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</a:rPr>
              <a:t>leaderboard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458</Words>
  <Application>Microsoft Office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NexusHack</dc:title>
  <dc:subject>PptxGenJS Presentation</dc:subject>
  <dc:creator>PptxGenJS</dc:creator>
  <cp:lastModifiedBy>Manjunath Gavada</cp:lastModifiedBy>
  <cp:revision>2</cp:revision>
  <dcterms:created xsi:type="dcterms:W3CDTF">2026-05-15T02:09:31Z</dcterms:created>
  <dcterms:modified xsi:type="dcterms:W3CDTF">2026-05-15T03:37:32Z</dcterms:modified>
</cp:coreProperties>
</file>